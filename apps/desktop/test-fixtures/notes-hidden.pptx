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6"/>
  </p:notes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 snapToObjects="1">
      <p:cViewPr varScale="1">
        <p:scale>
          <a:sx n="120" d="100"/>
          <a:sy n="120" d="100"/>
        </p:scale>
        <p:origin x="800" y="1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6664837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인사하고 오늘 다룰 세 가지를 말한다.</a:t>
            </a:r>
          </a:p>
          <a:p>
            <a:r>
              <a:t>두 번째 줄 메모.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숨긴 장의 메모 - 보이면 안 됨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결과 숫자를 강조. &amp; &lt; &gt; 특수문자 확인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첫 장: 오늘 할 이야기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PPTX 변환 테스트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둘째 장 (숨김)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이 장은 숨겨져 있다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셋째 장: 결과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Keynote 와 PowerPoint 로 변환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넷째 장: 메모 없음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메모가 없는 장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63</Words>
  <Application>Microsoft Macintosh PowerPoint</Application>
  <PresentationFormat>와이드스크린</PresentationFormat>
  <Paragraphs>12</Paragraphs>
  <Slides>4</Slides>
  <Notes>3</Notes>
  <HiddenSlides>1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첫 장: 오늘 할 이야기</vt:lpstr>
      <vt:lpstr>둘째 장 (숨김)</vt:lpstr>
      <vt:lpstr>셋째 장: 결과</vt:lpstr>
      <vt:lpstr>넷째 장: 메모 없음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성민 이</cp:lastModifiedBy>
  <cp:revision>1</cp:revision>
  <dcterms:created xsi:type="dcterms:W3CDTF">2013-01-27T09:14:16Z</dcterms:created>
  <dcterms:modified xsi:type="dcterms:W3CDTF">2026-10-12T11:23:11Z</dcterms:modified>
  <cp:category/>
</cp:coreProperties>
</file>